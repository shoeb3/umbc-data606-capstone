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2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96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3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5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9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3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6117"/>
            <a:ext cx="3008313" cy="10816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86118"/>
            <a:ext cx="5111750" cy="54479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8168"/>
            <a:ext cx="3008313" cy="4366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0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9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40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3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19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29704"/>
            <a:ext cx="8229600" cy="4196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BD96B-75CA-1841-90D5-B18FC898F6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2563" y="6356350"/>
            <a:ext cx="10948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MD-flag-background-ppt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71500"/>
          </a:xfrm>
          <a:prstGeom prst="rect">
            <a:avLst/>
          </a:prstGeom>
        </p:spPr>
      </p:pic>
      <p:pic>
        <p:nvPicPr>
          <p:cNvPr id="8" name="Picture 7" descr="UMBC-primary-logo-CMYK-on-black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87" y="86177"/>
            <a:ext cx="1749252" cy="402989"/>
          </a:xfrm>
          <a:prstGeom prst="rect">
            <a:avLst/>
          </a:prstGeom>
        </p:spPr>
      </p:pic>
      <p:pic>
        <p:nvPicPr>
          <p:cNvPr id="9" name="Picture 8" descr="corner-element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18" y="5615558"/>
            <a:ext cx="1224081" cy="12424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935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D8E0A2-B167-DEEA-76D9-B30A1B319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066"/>
            <a:ext cx="9144000" cy="374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5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AD22014-8C47-4C03-1880-AC4B8CC73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190"/>
            <a:ext cx="9144000" cy="586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2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35E8B1-95FE-9CDC-4EC4-A283DD3FF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1139"/>
            <a:ext cx="9144000" cy="417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74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475A199-95A8-8991-AA47-E4CF39249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782"/>
            <a:ext cx="9144000" cy="468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9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7C666D9-A7F8-F851-70DA-4DB56770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794"/>
            <a:ext cx="9144000" cy="597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91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68C6CBF-FA99-E42F-95E9-394C04BD3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2177"/>
            <a:ext cx="9144000" cy="487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67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86A0585-4F69-33FA-793D-28695DE9F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670"/>
            <a:ext cx="9144000" cy="52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D975D14-408D-6822-FD7C-ABA3483D9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456"/>
            <a:ext cx="9144000" cy="408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53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0635083A-A244-0772-E725-07DAFD6F2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0039"/>
            <a:ext cx="9144000" cy="495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71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A1DEE2D-B926-1734-29BE-736A71238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368"/>
            <a:ext cx="8150942" cy="623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60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8442945-CD5C-29F1-29D9-E1FCFCFB7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1226"/>
            <a:ext cx="9144000" cy="493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0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>
            <a:extLst>
              <a:ext uri="{FF2B5EF4-FFF2-40B4-BE49-F238E27FC236}">
                <a16:creationId xmlns:a16="http://schemas.microsoft.com/office/drawing/2014/main" id="{23308AA2-29C6-970E-F661-1EEC673AB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765"/>
            <a:ext cx="9144000" cy="509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86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C5F0D47-8C27-1B62-786C-84FA0A819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494"/>
            <a:ext cx="9144000" cy="477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77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790C047-89CC-82D3-DD00-1FE9CFF95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4523"/>
            <a:ext cx="9144000" cy="46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50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573599A-CE0B-C519-17C1-17DD91C8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698"/>
            <a:ext cx="9144000" cy="444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05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Lord</dc:creator>
  <cp:lastModifiedBy>Mohammad Shoeb Ahmed</cp:lastModifiedBy>
  <cp:revision>2</cp:revision>
  <dcterms:created xsi:type="dcterms:W3CDTF">2019-12-12T13:31:42Z</dcterms:created>
  <dcterms:modified xsi:type="dcterms:W3CDTF">2026-04-24T11:17:26Z</dcterms:modified>
</cp:coreProperties>
</file>